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Document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Arquitectura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services rarely process a request synchronously, and file ingestion especially. Documents arrive faster than they can be processed, so a reliable solution accepts the upload, stores it, queues the work and lets users track progress asynchronously.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 textbox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Año tras año, el volumen de facturas, contratos y constancias crece. Un sistema asíncrono evita que el usuario espere con la conexión abierta mientras el servidor procesa archivos pesados.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